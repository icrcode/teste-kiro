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 Bold" charset="1" panose="020B0806030504020204"/>
      <p:regular r:id="rId16"/>
    </p:embeddedFont>
    <p:embeddedFont>
      <p:font typeface="Open Sans Bold Italics" charset="1" panose="020B0806030504020204"/>
      <p:regular r:id="rId17"/>
    </p:embeddedFont>
    <p:embeddedFont>
      <p:font typeface="Open Sans Italics" charset="1" panose="020B0606030504020204"/>
      <p:regular r:id="rId18"/>
    </p:embeddedFon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sc.senai.br" TargetMode="External" Type="http://schemas.openxmlformats.org/officeDocument/2006/relationships/hyperlink"/><Relationship Id="rId4" Target="https://sc.senai.br" TargetMode="External" Type="http://schemas.openxmlformats.org/officeDocument/2006/relationships/hyperlink"/><Relationship Id="rId5" Target="https://sc.senai.br" TargetMode="External" Type="http://schemas.openxmlformats.org/officeDocument/2006/relationships/hyperlink"/><Relationship Id="rId6" Target="https://sc.senai.b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2127" y="1028700"/>
            <a:ext cx="2927173" cy="831415"/>
          </a:xfrm>
          <a:custGeom>
            <a:avLst/>
            <a:gdLst/>
            <a:ahLst/>
            <a:cxnLst/>
            <a:rect r="r" b="b" t="t" l="l"/>
            <a:pathLst>
              <a:path h="831415" w="2927173">
                <a:moveTo>
                  <a:pt x="0" y="0"/>
                </a:moveTo>
                <a:lnTo>
                  <a:pt x="2927173" y="0"/>
                </a:lnTo>
                <a:lnTo>
                  <a:pt x="2927173" y="831415"/>
                </a:lnTo>
                <a:lnTo>
                  <a:pt x="0" y="831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72050"/>
            <a:ext cx="162306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1641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Inserir um 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471919"/>
            <a:ext cx="16230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b="true" sz="3399" i="true">
                <a:solidFill>
                  <a:srgbClr val="164194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UC: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4194">
                <a:alpha val="100000"/>
              </a:srgbClr>
            </a:gs>
            <a:gs pos="33333">
              <a:srgbClr val="164194">
                <a:alpha val="100000"/>
              </a:srgbClr>
            </a:gs>
            <a:gs pos="66667">
              <a:srgbClr val="164194">
                <a:alpha val="100000"/>
              </a:srgbClr>
            </a:gs>
            <a:gs pos="100000">
              <a:srgbClr val="E8491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1625" y="4205370"/>
            <a:ext cx="6602375" cy="1876261"/>
          </a:xfrm>
          <a:custGeom>
            <a:avLst/>
            <a:gdLst/>
            <a:ahLst/>
            <a:cxnLst/>
            <a:rect r="r" b="b" t="t" l="l"/>
            <a:pathLst>
              <a:path h="1876261" w="6602375">
                <a:moveTo>
                  <a:pt x="0" y="0"/>
                </a:moveTo>
                <a:lnTo>
                  <a:pt x="6602375" y="0"/>
                </a:lnTo>
                <a:lnTo>
                  <a:pt x="6602375" y="1876260"/>
                </a:lnTo>
                <a:lnTo>
                  <a:pt x="0" y="1876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144000" y="2734945"/>
            <a:ext cx="0" cy="481711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340818" y="4011930"/>
            <a:ext cx="3540125" cy="35401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06712" y="89090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Página 2 de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42374" y="2687320"/>
            <a:ext cx="3404271" cy="44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9"/>
              </a:lnSpc>
              <a:spcBef>
                <a:spcPct val="0"/>
              </a:spcBef>
            </a:pPr>
            <a:r>
              <a:rPr lang="en-US" b="true" sz="2642">
                <a:solidFill>
                  <a:srgbClr val="FFFFFF">
                    <a:alpha val="4980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Professor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0818" y="3229439"/>
            <a:ext cx="34042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Ícaro Botelho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80968" y="3380569"/>
            <a:ext cx="340427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FFFFF">
                    <a:alpha val="49804"/>
                  </a:srgbClr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@icrcode-senai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0968" y="5054918"/>
            <a:ext cx="3316834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FFFFF">
                    <a:alpha val="49804"/>
                  </a:srgbClr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Técnico em D.S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FFFFF">
                    <a:alpha val="49804"/>
                  </a:srgbClr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Estudante de Engenharia de Software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FFFFFF">
                    <a:alpha val="49804"/>
                  </a:srgbClr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Dev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4194">
                <a:alpha val="100000"/>
              </a:srgbClr>
            </a:gs>
            <a:gs pos="33333">
              <a:srgbClr val="164194">
                <a:alpha val="100000"/>
              </a:srgbClr>
            </a:gs>
            <a:gs pos="66667">
              <a:srgbClr val="164194">
                <a:alpha val="100000"/>
              </a:srgbClr>
            </a:gs>
            <a:gs pos="100000">
              <a:srgbClr val="E8491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7687" y="2792769"/>
            <a:ext cx="14792627" cy="423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8"/>
              </a:lnSpc>
              <a:spcBef>
                <a:spcPct val="0"/>
              </a:spcBef>
            </a:pPr>
            <a:r>
              <a:rPr lang="en-US" b="true" sz="2498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 - M4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4194">
                <a:alpha val="100000"/>
              </a:srgbClr>
            </a:gs>
            <a:gs pos="33333">
              <a:srgbClr val="164194">
                <a:alpha val="100000"/>
              </a:srgbClr>
            </a:gs>
            <a:gs pos="66667">
              <a:srgbClr val="164194">
                <a:alpha val="100000"/>
              </a:srgbClr>
            </a:gs>
            <a:gs pos="100000">
              <a:srgbClr val="E8491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7687" y="2792769"/>
            <a:ext cx="14792627" cy="423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8"/>
              </a:lnSpc>
              <a:spcBef>
                <a:spcPct val="0"/>
              </a:spcBef>
            </a:pPr>
            <a:r>
              <a:rPr lang="en-US" b="true" sz="2498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 - M3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4194">
                <a:alpha val="100000"/>
              </a:srgbClr>
            </a:gs>
            <a:gs pos="33333">
              <a:srgbClr val="164194">
                <a:alpha val="100000"/>
              </a:srgbClr>
            </a:gs>
            <a:gs pos="66667">
              <a:srgbClr val="164194">
                <a:alpha val="100000"/>
              </a:srgbClr>
            </a:gs>
            <a:gs pos="100000">
              <a:srgbClr val="E8491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7687" y="2792769"/>
            <a:ext cx="14792627" cy="423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8"/>
              </a:lnSpc>
              <a:spcBef>
                <a:spcPct val="0"/>
              </a:spcBef>
            </a:pPr>
            <a:r>
              <a:rPr lang="en-US" b="true" sz="2498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 - M2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64194">
                <a:alpha val="100000"/>
              </a:srgbClr>
            </a:gs>
            <a:gs pos="33333">
              <a:srgbClr val="164194">
                <a:alpha val="100000"/>
              </a:srgbClr>
            </a:gs>
            <a:gs pos="66667">
              <a:srgbClr val="164194">
                <a:alpha val="100000"/>
              </a:srgbClr>
            </a:gs>
            <a:gs pos="100000">
              <a:srgbClr val="E8491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7687" y="2792769"/>
            <a:ext cx="14792627" cy="423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8"/>
              </a:lnSpc>
              <a:spcBef>
                <a:spcPct val="0"/>
              </a:spcBef>
            </a:pPr>
            <a:r>
              <a:rPr lang="en-US" b="true" sz="2498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 - M1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5788" y="1028700"/>
            <a:ext cx="1903512" cy="822746"/>
          </a:xfrm>
          <a:custGeom>
            <a:avLst/>
            <a:gdLst/>
            <a:ahLst/>
            <a:cxnLst/>
            <a:rect r="r" b="b" t="t" l="l"/>
            <a:pathLst>
              <a:path h="822746" w="1903512">
                <a:moveTo>
                  <a:pt x="0" y="0"/>
                </a:moveTo>
                <a:lnTo>
                  <a:pt x="1903512" y="0"/>
                </a:lnTo>
                <a:lnTo>
                  <a:pt x="1903512" y="822746"/>
                </a:lnTo>
                <a:lnTo>
                  <a:pt x="0" y="82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40268"/>
            <a:ext cx="696182" cy="10967537"/>
          </a:xfrm>
          <a:custGeom>
            <a:avLst/>
            <a:gdLst/>
            <a:ahLst/>
            <a:cxnLst/>
            <a:rect r="r" b="b" t="t" l="l"/>
            <a:pathLst>
              <a:path h="10967537" w="696182">
                <a:moveTo>
                  <a:pt x="0" y="0"/>
                </a:moveTo>
                <a:lnTo>
                  <a:pt x="696182" y="0"/>
                </a:lnTo>
                <a:lnTo>
                  <a:pt x="696182" y="10967536"/>
                </a:lnTo>
                <a:lnTo>
                  <a:pt x="0" y="1096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06712" y="89090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164194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Página 7 de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64350"/>
            <a:ext cx="659725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1641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Inserir um subtítulo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08803"/>
            <a:ext cx="16230600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psum is simply dummy text of the pri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ting and type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tting indust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y. Lorem Ipsum has been the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ndust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y's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standard 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um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my text ever since the 1500s, when an unknown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p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rinter 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ok a galley of type and scrambled it to make a type specimen book. It has survived not only five centuries, b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 also the leap into electronic typesetting, remaining essentially unchanged. It was pop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larised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 1960s with the release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Letraset sheets containing Lorem Ipsum passages, an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mor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recen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ly with 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sktop publishing sof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ware like Aldus PageMaker including versi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ns of Lorem Ipsum.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5788" y="1028700"/>
            <a:ext cx="1903512" cy="822746"/>
          </a:xfrm>
          <a:custGeom>
            <a:avLst/>
            <a:gdLst/>
            <a:ahLst/>
            <a:cxnLst/>
            <a:rect r="r" b="b" t="t" l="l"/>
            <a:pathLst>
              <a:path h="822746" w="1903512">
                <a:moveTo>
                  <a:pt x="0" y="0"/>
                </a:moveTo>
                <a:lnTo>
                  <a:pt x="1903512" y="0"/>
                </a:lnTo>
                <a:lnTo>
                  <a:pt x="1903512" y="822746"/>
                </a:lnTo>
                <a:lnTo>
                  <a:pt x="0" y="82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340268"/>
            <a:ext cx="696182" cy="10967537"/>
          </a:xfrm>
          <a:custGeom>
            <a:avLst/>
            <a:gdLst/>
            <a:ahLst/>
            <a:cxnLst/>
            <a:rect r="r" b="b" t="t" l="l"/>
            <a:pathLst>
              <a:path h="10967537" w="696182">
                <a:moveTo>
                  <a:pt x="0" y="0"/>
                </a:moveTo>
                <a:lnTo>
                  <a:pt x="696182" y="0"/>
                </a:lnTo>
                <a:lnTo>
                  <a:pt x="696182" y="10967536"/>
                </a:lnTo>
                <a:lnTo>
                  <a:pt x="0" y="1096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67680" y="2384128"/>
            <a:ext cx="6039864" cy="603986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78303" t="0" r="-7830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606712" y="89090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164194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Página 8 de 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4350"/>
            <a:ext cx="659725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1641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Inserir um subtítulo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08803"/>
            <a:ext cx="8115300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psum is simply dummy text of the pri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ting and type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tting indust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y. Lorem Ipsum has been the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ndust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y's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standard 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um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my text ever since the 1500s, when an unknown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p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rinter 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ok a galley of type and scrambled it to make a type specimen book. It has survived not only five centuries, b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 also the leap into electronic typesetting, remaining essentially unchanged. It was pop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larised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 1960s with the release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Letraset sheets containing Lorem Ipsum passages, an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mor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recen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ly with 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sktop publishing sof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ware like Aldus PageMaker including versi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ns of Lorem Ipsum.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5788" y="1028700"/>
            <a:ext cx="1903512" cy="822746"/>
          </a:xfrm>
          <a:custGeom>
            <a:avLst/>
            <a:gdLst/>
            <a:ahLst/>
            <a:cxnLst/>
            <a:rect r="r" b="b" t="t" l="l"/>
            <a:pathLst>
              <a:path h="822746" w="1903512">
                <a:moveTo>
                  <a:pt x="0" y="0"/>
                </a:moveTo>
                <a:lnTo>
                  <a:pt x="1903512" y="0"/>
                </a:lnTo>
                <a:lnTo>
                  <a:pt x="1903512" y="822746"/>
                </a:lnTo>
                <a:lnTo>
                  <a:pt x="0" y="82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749991" y="748991"/>
            <a:ext cx="696182" cy="18379836"/>
          </a:xfrm>
          <a:custGeom>
            <a:avLst/>
            <a:gdLst/>
            <a:ahLst/>
            <a:cxnLst/>
            <a:rect r="r" b="b" t="t" l="l"/>
            <a:pathLst>
              <a:path h="18379836" w="696182">
                <a:moveTo>
                  <a:pt x="0" y="0"/>
                </a:moveTo>
                <a:lnTo>
                  <a:pt x="696182" y="0"/>
                </a:lnTo>
                <a:lnTo>
                  <a:pt x="696182" y="18379836"/>
                </a:lnTo>
                <a:lnTo>
                  <a:pt x="0" y="18379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791" t="0" r="-3379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701200"/>
            <a:ext cx="6039864" cy="603986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78303" t="0" r="-7830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606712" y="89090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164194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Página 9 de 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4350"/>
            <a:ext cx="659725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16419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Inserir um subtítulo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92244" y="2830830"/>
            <a:ext cx="8115300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Lorem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psum is simply dummy text of the pri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ting and type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tting indust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y. Lorem Ipsum has been the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ndust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y's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standard 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um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my text ever since the 1500s, when an unknown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p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rinter 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ok a galley of type and scrambled it to make a type specimen book. It has survived not only five centuries, b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 also the leap into electronic typesetting, remaining essentially unchanged. It was pop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larised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 1960s with the release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Letraset sheets containing Lorem Ipsum passages, an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 mor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recen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ly with d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sktop publishing sof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ware like Aldus PageMaker including versi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00" strike="noStrike" u="none">
                <a:solidFill>
                  <a:srgbClr val="164194"/>
                </a:solidFill>
                <a:latin typeface="Open Sans"/>
                <a:ea typeface="Open Sans"/>
                <a:cs typeface="Open Sans"/>
                <a:sym typeface="Open Sans"/>
              </a:rPr>
              <a:t>ns of Lorem Ipsum.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64194">
                <a:alpha val="100000"/>
              </a:srgbClr>
            </a:gs>
            <a:gs pos="33333">
              <a:srgbClr val="164194">
                <a:alpha val="100000"/>
              </a:srgbClr>
            </a:gs>
            <a:gs pos="66667">
              <a:srgbClr val="164194">
                <a:alpha val="100000"/>
              </a:srgbClr>
            </a:gs>
            <a:gs pos="100000">
              <a:srgbClr val="E8491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1625" y="4205370"/>
            <a:ext cx="6602375" cy="1876261"/>
          </a:xfrm>
          <a:custGeom>
            <a:avLst/>
            <a:gdLst/>
            <a:ahLst/>
            <a:cxnLst/>
            <a:rect r="r" b="b" t="t" l="l"/>
            <a:pathLst>
              <a:path h="1876261" w="6602375">
                <a:moveTo>
                  <a:pt x="0" y="0"/>
                </a:moveTo>
                <a:lnTo>
                  <a:pt x="6602375" y="0"/>
                </a:lnTo>
                <a:lnTo>
                  <a:pt x="6602375" y="1876260"/>
                </a:lnTo>
                <a:lnTo>
                  <a:pt x="0" y="1876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06712" y="890905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Página 10 de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84069" y="3524885"/>
            <a:ext cx="5694908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Rodovia Admar Gonzaga, 2765 | 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taco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ub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88034-001 | Flo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ianópolis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b="true" sz="2299" i="true" strike="noStrike" u="sng">
                <a:solidFill>
                  <a:srgbClr val="E8491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3" tooltip="https://sc.senai.br"/>
              </a:rPr>
              <a:t>s</a:t>
            </a:r>
            <a:r>
              <a:rPr lang="en-US" b="true" sz="2299" i="true" strike="noStrike" u="sng">
                <a:solidFill>
                  <a:srgbClr val="E8491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4" tooltip="https://sc.senai.br"/>
              </a:rPr>
              <a:t>c.senai.</a:t>
            </a:r>
            <a:r>
              <a:rPr lang="en-US" b="true" sz="2299" i="true" strike="noStrike" u="sng">
                <a:solidFill>
                  <a:srgbClr val="E8491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5" tooltip="https://sc.senai.br"/>
              </a:rPr>
              <a:t>b</a:t>
            </a:r>
            <a:r>
              <a:rPr lang="en-US" b="true" sz="2299" i="true" strike="noStrike" u="sng">
                <a:solidFill>
                  <a:srgbClr val="E8491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6" tooltip="https://sc.senai.br"/>
              </a:rPr>
              <a:t>r/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econosco@fiesc.c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m.br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(48) 3231 4100</a:t>
            </a:r>
          </a:p>
          <a:p>
            <a:pPr algn="l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0800 048 1212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9144000" y="2734945"/>
            <a:ext cx="0" cy="481711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DAHIQcNVd3E</dc:identifier>
  <dcterms:modified xsi:type="dcterms:W3CDTF">2011-08-01T06:04:30Z</dcterms:modified>
  <cp:revision>1</cp:revision>
  <dc:title>Modelo Senai 2026 - Indentidade Nova</dc:title>
</cp:coreProperties>
</file>